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 Onboarding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material to live business observability — one chain, six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188720"/>
            <a:ext cx="1207008" cy="2971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1188720"/>
            <a:ext cx="1207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35331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" y="2286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" y="26060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code,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history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2376" y="3291840"/>
            <a:ext cx="84124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" y="33649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85216" y="358444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746504" y="25100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911096" y="1188720"/>
            <a:ext cx="1207008" cy="2971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11096" y="1188720"/>
            <a:ext cx="1207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1911096" y="135331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169164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11096" y="2286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956816" y="26060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questions,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093976" y="3291840"/>
            <a:ext cx="84124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11096" y="33649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956816" y="358444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(YAML)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118104" y="25100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282696" y="1188720"/>
            <a:ext cx="1207008" cy="2971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82696" y="1188720"/>
            <a:ext cx="1207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3282696" y="135331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69164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82696" y="2286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328416" y="26060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465576" y="3291840"/>
            <a:ext cx="84124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82696" y="33649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328416" y="358444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SUD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489704" y="25100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4654296" y="1188720"/>
            <a:ext cx="1207008" cy="2971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654296" y="1188720"/>
            <a:ext cx="1207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1"/>
          <p:cNvSpPr/>
          <p:nvPr/>
        </p:nvSpPr>
        <p:spPr>
          <a:xfrm>
            <a:off x="4654296" y="135331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691640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654296" y="2286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4700016" y="26060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ingest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BOS app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837176" y="3291840"/>
            <a:ext cx="84124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654296" y="33649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4700016" y="358444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profile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5861304" y="25100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6025896" y="1188720"/>
            <a:ext cx="1207008" cy="2971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025896" y="1188720"/>
            <a:ext cx="1207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0"/>
          <p:cNvSpPr/>
          <p:nvPr/>
        </p:nvSpPr>
        <p:spPr>
          <a:xfrm>
            <a:off x="6025896" y="135331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1691640"/>
            <a:ext cx="502920" cy="50292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025896" y="2286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6071616" y="26060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JSON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6208776" y="3291840"/>
            <a:ext cx="84124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025896" y="33649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6071616" y="358444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JSON</a:t>
            </a:r>
            <a:endParaRPr lang="en-US" sz="1050" dirty="0"/>
          </a:p>
        </p:txBody>
      </p:sp>
      <p:sp>
        <p:nvSpPr>
          <p:cNvPr id="53" name="Text 46"/>
          <p:cNvSpPr/>
          <p:nvPr/>
        </p:nvSpPr>
        <p:spPr>
          <a:xfrm>
            <a:off x="7232904" y="25100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54" name="Shape 47"/>
          <p:cNvSpPr/>
          <p:nvPr/>
        </p:nvSpPr>
        <p:spPr>
          <a:xfrm>
            <a:off x="7397496" y="1188720"/>
            <a:ext cx="1207008" cy="2971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7397496" y="1188720"/>
            <a:ext cx="1207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49"/>
          <p:cNvSpPr/>
          <p:nvPr/>
        </p:nvSpPr>
        <p:spPr>
          <a:xfrm>
            <a:off x="7397496" y="135331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0" y="1691640"/>
            <a:ext cx="502920" cy="50292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7397496" y="2286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59" name="Text 51"/>
          <p:cNvSpPr/>
          <p:nvPr/>
        </p:nvSpPr>
        <p:spPr>
          <a:xfrm>
            <a:off x="7443216" y="26060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panels,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telemetry</a:t>
            </a:r>
            <a:endParaRPr lang="en-US" sz="1000" dirty="0"/>
          </a:p>
        </p:txBody>
      </p:sp>
      <p:sp>
        <p:nvSpPr>
          <p:cNvPr id="60" name="Shape 52"/>
          <p:cNvSpPr/>
          <p:nvPr/>
        </p:nvSpPr>
        <p:spPr>
          <a:xfrm>
            <a:off x="7580376" y="3291840"/>
            <a:ext cx="84124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7397496" y="33649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62" name="Text 54"/>
          <p:cNvSpPr/>
          <p:nvPr/>
        </p:nvSpPr>
        <p:spPr>
          <a:xfrm>
            <a:off x="7443216" y="358444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dashboard</a:t>
            </a:r>
            <a:endParaRPr lang="en-US" sz="1050" dirty="0"/>
          </a:p>
        </p:txBody>
      </p:sp>
      <p:sp>
        <p:nvSpPr>
          <p:cNvPr id="63" name="Shape 5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457200" y="4434840"/>
            <a:ext cx="73152" cy="50292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65" name="Text 57"/>
          <p:cNvSpPr/>
          <p:nvPr/>
        </p:nvSpPr>
        <p:spPr>
          <a:xfrm>
            <a:off x="640080" y="4434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owner can answer </a:t>
            </a:r>
            <a:pPr indent="0" marL="0">
              <a:buNone/>
            </a:pPr>
            <a:r>
              <a:rPr lang="en-US" sz="12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business healthy?”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confidence — not “did the dashboard deploy.”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Profile is the Contract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stages produce it. Downstream factories consume it. The data model decouples both.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27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profile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1031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39112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768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from sources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21031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79192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52344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9900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92424"/>
            <a:ext cx="21031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92424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6557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ingest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691640"/>
            <a:ext cx="2834640" cy="1783080"/>
          </a:xfrm>
          <a:prstGeom prst="rect">
            <a:avLst/>
          </a:prstGeom>
          <a:solidFill>
            <a:srgbClr val="334155"/>
          </a:solidFill>
          <a:ln w="28575">
            <a:solidFill>
              <a:srgbClr val="D71E2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4680" y="1856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71E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CONTRACT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Profile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91840" y="2651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28437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+ SLOs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035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2278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+ provenance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33472" y="2382012"/>
            <a:ext cx="457200" cy="402336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053328" y="2382012"/>
            <a:ext cx="457200" cy="402336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280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DOWNSTREAM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1527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profile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0" y="1965960"/>
            <a:ext cx="21031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1965960"/>
            <a:ext cx="6400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200253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factory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2212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today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85632" y="21305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2514600"/>
            <a:ext cx="21031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2514600"/>
            <a:ext cx="64008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255117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factory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66560" y="27614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485632" y="2679192"/>
            <a:ext cx="128016" cy="12801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9" name="Shape 37"/>
          <p:cNvSpPr/>
          <p:nvPr/>
        </p:nvSpPr>
        <p:spPr>
          <a:xfrm>
            <a:off x="6583680" y="3063240"/>
            <a:ext cx="21031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3063240"/>
            <a:ext cx="64008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309981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factory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66560" y="33101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85632" y="3227832"/>
            <a:ext cx="128016" cy="12801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3680" y="3611880"/>
            <a:ext cx="21031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0" y="3611880"/>
            <a:ext cx="64008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648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factory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766560" y="38587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85632" y="3776472"/>
            <a:ext cx="128016" cy="12801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434840"/>
            <a:ext cx="73152" cy="50292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4434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never sees raw sources. Add a new output type without touching capture or validation.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 Onboarding Pipeline</dc:title>
  <dc:subject>PptxGenJS Presentation</dc:subject>
  <dc:creator>Chad</dc:creator>
  <cp:lastModifiedBy>Chad</cp:lastModifiedBy>
  <cp:revision>1</cp:revision>
  <dcterms:created xsi:type="dcterms:W3CDTF">2026-04-27T12:04:18Z</dcterms:created>
  <dcterms:modified xsi:type="dcterms:W3CDTF">2026-04-27T12:04:18Z</dcterms:modified>
</cp:coreProperties>
</file>